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60" r:id="rId3"/>
    <p:sldId id="258" r:id="rId4"/>
    <p:sldId id="259" r:id="rId5"/>
    <p:sldId id="257" r:id="rId6"/>
    <p:sldId id="263" r:id="rId7"/>
    <p:sldId id="264" r:id="rId8"/>
    <p:sldId id="261" r:id="rId9"/>
    <p:sldId id="262"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A64B36-7879-4DDB-A3D6-29B0C749124A}" type="datetimeFigureOut">
              <a:rPr lang="en-IN" smtClean="0"/>
              <a:t>28-09-2024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39A4F-5B8F-4A25-BB49-2B3D65737011}" type="slidenum">
              <a:rPr lang="en-IN" smtClean="0"/>
              <a:t>‹#›</a:t>
            </a:fld>
            <a:endParaRPr lang="en-IN"/>
          </a:p>
        </p:txBody>
      </p:sp>
    </p:spTree>
    <p:extLst>
      <p:ext uri="{BB962C8B-B14F-4D97-AF65-F5344CB8AC3E}">
        <p14:creationId xmlns:p14="http://schemas.microsoft.com/office/powerpoint/2010/main" val="4135761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5739A4F-5B8F-4A25-BB49-2B3D65737011}" type="slidenum">
              <a:rPr lang="en-IN" smtClean="0"/>
              <a:t>1</a:t>
            </a:fld>
            <a:endParaRPr lang="en-IN"/>
          </a:p>
        </p:txBody>
      </p:sp>
    </p:spTree>
    <p:extLst>
      <p:ext uri="{BB962C8B-B14F-4D97-AF65-F5344CB8AC3E}">
        <p14:creationId xmlns:p14="http://schemas.microsoft.com/office/powerpoint/2010/main" val="1853921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5739A4F-5B8F-4A25-BB49-2B3D65737011}" type="slidenum">
              <a:rPr lang="en-IN" smtClean="0"/>
              <a:t>3</a:t>
            </a:fld>
            <a:endParaRPr lang="en-IN"/>
          </a:p>
        </p:txBody>
      </p:sp>
    </p:spTree>
    <p:extLst>
      <p:ext uri="{BB962C8B-B14F-4D97-AF65-F5344CB8AC3E}">
        <p14:creationId xmlns:p14="http://schemas.microsoft.com/office/powerpoint/2010/main" val="3943813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5739A4F-5B8F-4A25-BB49-2B3D65737011}" type="slidenum">
              <a:rPr lang="en-IN" smtClean="0"/>
              <a:t>5</a:t>
            </a:fld>
            <a:endParaRPr lang="en-IN"/>
          </a:p>
        </p:txBody>
      </p:sp>
    </p:spTree>
    <p:extLst>
      <p:ext uri="{BB962C8B-B14F-4D97-AF65-F5344CB8AC3E}">
        <p14:creationId xmlns:p14="http://schemas.microsoft.com/office/powerpoint/2010/main" val="41967970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1101" t="30983" r="14373" b="41187"/>
          <a:stretch/>
        </p:blipFill>
        <p:spPr>
          <a:xfrm>
            <a:off x="1845013" y="408561"/>
            <a:ext cx="8501974" cy="1060315"/>
          </a:xfrm>
          <a:prstGeom prst="rect">
            <a:avLst/>
          </a:prstGeom>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70E344A-B552-4304-9C0F-DC84FF80BA45}" type="datetime1">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2595197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Ref idx="1002">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6812" y="455642"/>
            <a:ext cx="1438835" cy="1144528"/>
          </a:xfrm>
          <a:prstGeom prst="rect">
            <a:avLst/>
          </a:prstGeom>
        </p:spPr>
      </p:pic>
      <p:sp>
        <p:nvSpPr>
          <p:cNvPr id="2" name="Title 1"/>
          <p:cNvSpPr>
            <a:spLocks noGrp="1"/>
          </p:cNvSpPr>
          <p:nvPr>
            <p:ph type="title"/>
          </p:nvPr>
        </p:nvSpPr>
        <p:spPr/>
        <p:txBody>
          <a:bodyPr/>
          <a:lstStyle/>
          <a:p>
            <a:r>
              <a:rPr lang="en-US" dirty="0"/>
              <a:t>Click to edit Master title style</a:t>
            </a:r>
            <a:endParaRPr lang="en-IN" dirty="0"/>
          </a:p>
        </p:txBody>
      </p:sp>
      <p:sp>
        <p:nvSpPr>
          <p:cNvPr id="4" name="Date Placeholder 3"/>
          <p:cNvSpPr>
            <a:spLocks noGrp="1"/>
          </p:cNvSpPr>
          <p:nvPr>
            <p:ph type="dt" sz="half" idx="10"/>
          </p:nvPr>
        </p:nvSpPr>
        <p:spPr/>
        <p:txBody>
          <a:bodyPr/>
          <a:lstStyle/>
          <a:p>
            <a:fld id="{D12DC8B8-3979-4AD7-9A3B-80DDA5EF09DB}" type="datetime1">
              <a:rPr lang="en-IN" smtClean="0"/>
              <a:t>28-09-2024</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4199D70-0349-434C-8FBE-DA358ACBE4C7}" type="slidenum">
              <a:rPr lang="en-IN" smtClean="0"/>
              <a:t>‹#›</a:t>
            </a:fld>
            <a:endParaRPr lang="en-IN"/>
          </a:p>
        </p:txBody>
      </p:sp>
      <p:sp>
        <p:nvSpPr>
          <p:cNvPr id="3" name="Content Placeholder 2"/>
          <p:cNvSpPr>
            <a:spLocks noGrp="1"/>
          </p:cNvSpPr>
          <p:nvPr>
            <p:ph idx="1"/>
          </p:nvPr>
        </p:nvSpPr>
        <p:spPr/>
        <p:txBody>
          <a:bodyPr/>
          <a:lstStyle>
            <a:lvl5pPr>
              <a:tabLst>
                <a:tab pos="3044825" algn="l"/>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3601723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AEBD6A-91F2-4202-8A71-2C60054D902D}" type="datetime1">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613578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FDDB690-90F9-4DD9-8845-342D983730B3}" type="datetime1">
              <a:rPr lang="en-IN" smtClean="0"/>
              <a:t>28-09-2024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2306312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BC313D2-BCFE-4484-8CFF-056CAFB4561D}" type="datetime1">
              <a:rPr lang="en-IN" smtClean="0"/>
              <a:t>28-09-2024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185743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941C7AE-2F2B-4F5A-B452-28D1C1E5CB58}" type="datetime1">
              <a:rPr lang="en-IN" smtClean="0"/>
              <a:t>28-09-2024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630942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4A186-00E7-4940-AE3D-51DAACACBC51}" type="datetime1">
              <a:rPr lang="en-IN" smtClean="0"/>
              <a:t>28-09-2024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2212973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9FF6C5-A7A6-412F-9543-AC497B6447EA}" type="datetime1">
              <a:rPr lang="en-IN" smtClean="0"/>
              <a:t>28-09-2024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101023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8116CC-F04E-48ED-A180-0737C8C20110}" type="datetime1">
              <a:rPr lang="en-IN" smtClean="0"/>
              <a:t>28-09-2024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2421333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D7325F-80D5-470C-9393-3EB431DB3411}" type="datetime1">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359513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B8A3F8-9D42-4EB7-A587-AEDEDA27BE40}" type="datetime1">
              <a:rPr lang="en-IN" smtClean="0"/>
              <a:t>28-09-2024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199D70-0349-434C-8FBE-DA358ACBE4C7}" type="slidenum">
              <a:rPr lang="en-IN" smtClean="0"/>
              <a:t>‹#›</a:t>
            </a:fld>
            <a:endParaRPr lang="en-IN"/>
          </a:p>
        </p:txBody>
      </p:sp>
    </p:spTree>
    <p:extLst>
      <p:ext uri="{BB962C8B-B14F-4D97-AF65-F5344CB8AC3E}">
        <p14:creationId xmlns:p14="http://schemas.microsoft.com/office/powerpoint/2010/main" val="1981771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C3662-1C04-429C-BD82-5B25724E3EBC}" type="datetime1">
              <a:rPr lang="en-IN" smtClean="0"/>
              <a:t>28-09-2024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199D70-0349-434C-8FBE-DA358ACBE4C7}" type="slidenum">
              <a:rPr lang="en-IN" smtClean="0"/>
              <a:t>‹#›</a:t>
            </a:fld>
            <a:endParaRPr lang="en-IN"/>
          </a:p>
        </p:txBody>
      </p:sp>
    </p:spTree>
    <p:extLst>
      <p:ext uri="{BB962C8B-B14F-4D97-AF65-F5344CB8AC3E}">
        <p14:creationId xmlns:p14="http://schemas.microsoft.com/office/powerpoint/2010/main" val="1111423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1549" y="1192287"/>
            <a:ext cx="9144000" cy="1285859"/>
          </a:xfrm>
        </p:spPr>
        <p:txBody>
          <a:bodyPr/>
          <a:lstStyle/>
          <a:p>
            <a:r>
              <a:rPr lang="en-IN" b="1" dirty="0">
                <a:latin typeface="Times New Roman" panose="02020603050405020304" pitchFamily="18" charset="0"/>
                <a:cs typeface="Times New Roman" panose="02020603050405020304" pitchFamily="18" charset="0"/>
              </a:rPr>
              <a:t>Project Title</a:t>
            </a:r>
          </a:p>
        </p:txBody>
      </p:sp>
      <p:sp>
        <p:nvSpPr>
          <p:cNvPr id="3" name="Subtitle 2"/>
          <p:cNvSpPr>
            <a:spLocks noGrp="1"/>
          </p:cNvSpPr>
          <p:nvPr>
            <p:ph type="subTitle" idx="1"/>
          </p:nvPr>
        </p:nvSpPr>
        <p:spPr>
          <a:xfrm>
            <a:off x="1523999" y="2797328"/>
            <a:ext cx="9231549" cy="3892721"/>
          </a:xfrm>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Review – 4</a:t>
            </a:r>
          </a:p>
          <a:p>
            <a:r>
              <a:rPr lang="en-IN" dirty="0">
                <a:latin typeface="Times New Roman" panose="02020603050405020304" pitchFamily="18" charset="0"/>
                <a:cs typeface="Times New Roman" panose="02020603050405020304" pitchFamily="18" charset="0"/>
              </a:rPr>
              <a:t>  Batch Number – A12</a:t>
            </a:r>
          </a:p>
          <a:p>
            <a:r>
              <a:rPr lang="en-IN" dirty="0">
                <a:latin typeface="Times New Roman" panose="02020603050405020304" pitchFamily="18" charset="0"/>
                <a:cs typeface="Times New Roman" panose="02020603050405020304" pitchFamily="18" charset="0"/>
              </a:rPr>
              <a:t>  Member 1       HARISH S</a:t>
            </a:r>
          </a:p>
          <a:p>
            <a:r>
              <a:rPr lang="en-IN" dirty="0">
                <a:latin typeface="Times New Roman" panose="02020603050405020304" pitchFamily="18" charset="0"/>
                <a:cs typeface="Times New Roman" panose="02020603050405020304" pitchFamily="18" charset="0"/>
              </a:rPr>
              <a:t>  Member2       HARINI  M </a:t>
            </a:r>
          </a:p>
          <a:p>
            <a:r>
              <a:rPr lang="en-IN" dirty="0">
                <a:latin typeface="Times New Roman" panose="02020603050405020304" pitchFamily="18" charset="0"/>
                <a:cs typeface="Times New Roman" panose="02020603050405020304" pitchFamily="18" charset="0"/>
              </a:rPr>
              <a:t>Member 3      DINESH J</a:t>
            </a:r>
          </a:p>
          <a:p>
            <a:r>
              <a:rPr lang="en-IN" dirty="0">
                <a:latin typeface="Times New Roman" panose="02020603050405020304" pitchFamily="18" charset="0"/>
                <a:cs typeface="Times New Roman" panose="02020603050405020304" pitchFamily="18" charset="0"/>
              </a:rPr>
              <a:t>Member  4      KABIL R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Date:28/09/2024						Supervised by:</a:t>
            </a:r>
          </a:p>
          <a:p>
            <a:pPr algn="l"/>
            <a:r>
              <a:rPr lang="en-IN" dirty="0">
                <a:latin typeface="Times New Roman" panose="02020603050405020304" pitchFamily="18" charset="0"/>
                <a:cs typeface="Times New Roman" panose="02020603050405020304" pitchFamily="18" charset="0"/>
              </a:rPr>
              <a:t>					                          </a:t>
            </a:r>
          </a:p>
          <a:p>
            <a:pPr algn="l"/>
            <a:r>
              <a:rPr lang="en-IN" dirty="0">
                <a:latin typeface="Times New Roman" panose="02020603050405020304" pitchFamily="18" charset="0"/>
                <a:cs typeface="Times New Roman" panose="02020603050405020304" pitchFamily="18" charset="0"/>
              </a:rPr>
              <a:t>                                                                                                           </a:t>
            </a: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082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Objective of the Project</a:t>
            </a:r>
          </a:p>
        </p:txBody>
      </p:sp>
      <p:sp>
        <p:nvSpPr>
          <p:cNvPr id="3" name="Content Placeholder 2"/>
          <p:cNvSpPr>
            <a:spLocks noGrp="1"/>
          </p:cNvSpPr>
          <p:nvPr>
            <p:ph idx="1"/>
          </p:nvPr>
        </p:nvSpPr>
        <p:spPr>
          <a:xfrm>
            <a:off x="838200" y="2183363"/>
            <a:ext cx="10515600" cy="3993600"/>
          </a:xfrm>
        </p:spPr>
        <p:txBody>
          <a:bodyPr/>
          <a:lstStyle/>
          <a:p>
            <a:pPr marL="0" indent="0">
              <a:buNone/>
            </a:pPr>
            <a:r>
              <a:rPr lang="en-US" b="0" i="0" dirty="0">
                <a:solidFill>
                  <a:srgbClr val="000000"/>
                </a:solidFill>
                <a:effectLst/>
                <a:latin typeface="Times New Roman" panose="02020603050405020304" pitchFamily="18" charset="0"/>
                <a:cs typeface="Times New Roman" panose="02020603050405020304" pitchFamily="18" charset="0"/>
              </a:rPr>
              <a:t>The objective of the exam seating arrangement project is to automate and streamline the process of assigning students to exam halls and seats. This aims to overcome the inefficiencies and errors associated with manual methods, ensuring a fair and controlled exam environment that upholds exam integrity by preventing cheating and unauthorized communication. </a:t>
            </a:r>
            <a:endParaRPr lang="en-IN"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B4E64443-369B-4BDC-A72A-B91657C5BC29}"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2</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4544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  Introduction</a:t>
            </a:r>
            <a:endParaRPr lang="en-IN" b="1"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4AD03895-D96A-40B3-A24B-57894449B4B1}"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3</a:t>
            </a:fld>
            <a:endParaRPr lang="en-IN">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endParaRPr lang="en-IN" dirty="0"/>
          </a:p>
        </p:txBody>
      </p:sp>
    </p:spTree>
    <p:extLst>
      <p:ext uri="{BB962C8B-B14F-4D97-AF65-F5344CB8AC3E}">
        <p14:creationId xmlns:p14="http://schemas.microsoft.com/office/powerpoint/2010/main" val="3977674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Literature Review</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IN">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7E64017E-0F07-4A25-8847-3F366C1B919D}"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4</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343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endParaRPr lang="en-IN"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46710A1B-A866-4A62-9524-3D2045BFDD8E}"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335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Expected Output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IN"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98D37457-6178-47C8-8D1C-305E822CFDD2}"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1260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Comparison Chart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IN">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A25C65E3-2B77-4773-9525-8EE2C28E6DEB}"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7</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87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fontScale="92500" lnSpcReduction="10000"/>
          </a:bodyPr>
          <a:lstStyle/>
          <a:p>
            <a:pPr marR="57785" algn="just">
              <a:lnSpc>
                <a:spcPct val="107000"/>
              </a:lnSpc>
              <a:spcAft>
                <a:spcPts val="25"/>
              </a:spcAft>
            </a:pPr>
            <a:r>
              <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Design and Implementation of an Examination Seating Arrangement Application to Curb Examination Malpractice </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Sunday </a:t>
            </a:r>
            <a:r>
              <a:rPr lang="en-IN" sz="1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Oladejo</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ADETONA, Faith </a:t>
            </a:r>
            <a:r>
              <a:rPr lang="en-IN" sz="1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Akindayomi</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AKINTOYE</a:t>
            </a:r>
            <a:r>
              <a:rPr lang="en-IN" sz="1800" kern="1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Electrical &amp; Electronics Engineering, University of Lagos, Lagos, Nigeria .</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55880" indent="0" algn="just">
              <a:lnSpc>
                <a:spcPct val="107000"/>
              </a:lnSpc>
              <a:spcAft>
                <a:spcPts val="25"/>
              </a:spcAft>
              <a:buNone/>
            </a:pPr>
            <a:r>
              <a:rPr lang="en-IN" sz="1800" kern="100" dirty="0">
                <a:solidFill>
                  <a:srgbClr val="0000FF"/>
                </a:solidFill>
                <a:effectLst/>
                <a:latin typeface="Times New Roman" panose="02020603050405020304" pitchFamily="18" charset="0"/>
                <a:ea typeface="Courier New" panose="02070309020205020404" pitchFamily="49" charset="0"/>
                <a:cs typeface="Times New Roman" panose="02020603050405020304" pitchFamily="18" charset="0"/>
              </a:rPr>
              <a:t>    sadetona@unilag.edu.ng/faithtoye2013@gmail.com</a:t>
            </a:r>
            <a:r>
              <a:rPr lang="en-IN" sz="1800" kern="100" dirty="0">
                <a:solidFill>
                  <a:srgbClr val="000000"/>
                </a:solidFill>
                <a:effectLst/>
                <a:latin typeface="Times New Roman" panose="02020603050405020304" pitchFamily="18" charset="0"/>
                <a:ea typeface="Courier New" panose="02070309020205020404" pitchFamily="49" charset="0"/>
                <a:cs typeface="Times New Roman" panose="02020603050405020304" pitchFamily="18" charset="0"/>
              </a:rPr>
              <a:t> </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1340"/>
              </a:spcAft>
            </a:pPr>
            <a:r>
              <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 Seating Arrangement  </a:t>
            </a:r>
            <a:r>
              <a:rPr lang="en-IN" sz="1800" b="1" i="1"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Chandushree</a:t>
            </a:r>
            <a:r>
              <a:rPr lang="en-IN" sz="1800" b="1"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 M, Uday G, Deepak K R </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UG Students, Asst. Professor of BCA, BMS College of Commerce and Management, Bengaluru </a:t>
            </a:r>
            <a:r>
              <a:rPr lang="en-IN" sz="1800" b="1"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99000"/>
              </a:lnSpc>
              <a:spcAft>
                <a:spcPts val="20"/>
              </a:spcAft>
            </a:pPr>
            <a:r>
              <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Automation of Exam Hall Allotment and Seating Arrangement </a:t>
            </a:r>
            <a:r>
              <a:rPr lang="en-IN" sz="1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Shazia</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Anjum Madhuri Devi </a:t>
            </a:r>
            <a:r>
              <a:rPr lang="en-IN" sz="1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Chodey</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Assistant Professor, Department of CSE, Assistant Professor, Department of ECE, Navodaya Institute of Technology, 	Navodaya Institute of Technology, Raichur. Raichur. </a:t>
            </a:r>
            <a:r>
              <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Muneeb Afzal C </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Assistant Professor, Department of ECE, Navodaya Institute of Technology, Raichur. </a:t>
            </a:r>
            <a:b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2100" b="1" i="0" dirty="0">
                <a:solidFill>
                  <a:srgbClr val="000000"/>
                </a:solidFill>
                <a:effectLst/>
                <a:latin typeface="Times New Roman" panose="02020603050405020304" pitchFamily="18" charset="0"/>
                <a:cs typeface="Times New Roman" panose="02020603050405020304" pitchFamily="18" charset="0"/>
              </a:rPr>
              <a:t>exam hall seating arrangement system using </a:t>
            </a:r>
            <a:r>
              <a:rPr lang="en-IN" sz="2100" b="1" i="0" dirty="0" err="1">
                <a:solidFill>
                  <a:srgbClr val="000000"/>
                </a:solidFill>
                <a:effectLst/>
                <a:latin typeface="Times New Roman" panose="02020603050405020304" pitchFamily="18" charset="0"/>
                <a:cs typeface="Times New Roman" panose="02020603050405020304" pitchFamily="18" charset="0"/>
              </a:rPr>
              <a:t>php</a:t>
            </a:r>
            <a:r>
              <a:rPr lang="en-IN" sz="2100" b="1" i="0" dirty="0">
                <a:solidFill>
                  <a:srgbClr val="000000"/>
                </a:solidFill>
                <a:effectLst/>
                <a:latin typeface="Times New Roman" panose="02020603050405020304" pitchFamily="18" charset="0"/>
                <a:cs typeface="Times New Roman" panose="02020603050405020304" pitchFamily="18" charset="0"/>
              </a:rPr>
              <a:t> </a:t>
            </a:r>
            <a:r>
              <a:rPr lang="en-IN" sz="2100" b="0" i="0" dirty="0">
                <a:solidFill>
                  <a:srgbClr val="000000"/>
                </a:solidFill>
                <a:effectLst/>
                <a:latin typeface="Times New Roman" panose="02020603050405020304" pitchFamily="18" charset="0"/>
                <a:cs typeface="Times New Roman" panose="02020603050405020304" pitchFamily="18" charset="0"/>
              </a:rPr>
              <a:t>Prof. S. S. </a:t>
            </a:r>
            <a:r>
              <a:rPr lang="en-IN" sz="2100" b="0" i="0" dirty="0" err="1">
                <a:solidFill>
                  <a:srgbClr val="000000"/>
                </a:solidFill>
                <a:effectLst/>
                <a:latin typeface="Times New Roman" panose="02020603050405020304" pitchFamily="18" charset="0"/>
                <a:cs typeface="Times New Roman" panose="02020603050405020304" pitchFamily="18" charset="0"/>
              </a:rPr>
              <a:t>Aravinth</a:t>
            </a:r>
            <a:r>
              <a:rPr lang="en-IN" sz="2100" b="0" i="0" dirty="0">
                <a:solidFill>
                  <a:srgbClr val="000000"/>
                </a:solidFill>
                <a:effectLst/>
                <a:latin typeface="Times New Roman" panose="02020603050405020304" pitchFamily="18" charset="0"/>
                <a:cs typeface="Times New Roman" panose="02020603050405020304" pitchFamily="18" charset="0"/>
              </a:rPr>
              <a:t> 1 , G. Pavithra 2 , M. </a:t>
            </a:r>
            <a:r>
              <a:rPr lang="en-IN" sz="2100" b="0" i="0" dirty="0" err="1">
                <a:solidFill>
                  <a:srgbClr val="000000"/>
                </a:solidFill>
                <a:effectLst/>
                <a:latin typeface="Times New Roman" panose="02020603050405020304" pitchFamily="18" charset="0"/>
                <a:cs typeface="Times New Roman" panose="02020603050405020304" pitchFamily="18" charset="0"/>
              </a:rPr>
              <a:t>Myvizhimalar</a:t>
            </a:r>
            <a:r>
              <a:rPr lang="en-IN" sz="2100" b="0" i="0" dirty="0">
                <a:solidFill>
                  <a:srgbClr val="000000"/>
                </a:solidFill>
                <a:effectLst/>
                <a:latin typeface="Times New Roman" panose="02020603050405020304" pitchFamily="18" charset="0"/>
                <a:cs typeface="Times New Roman" panose="02020603050405020304" pitchFamily="18" charset="0"/>
              </a:rPr>
              <a:t> 3 , D. Divya 4 , M. </a:t>
            </a:r>
            <a:r>
              <a:rPr lang="en-IN" sz="2100" b="0" i="0" dirty="0" err="1">
                <a:solidFill>
                  <a:srgbClr val="000000"/>
                </a:solidFill>
                <a:effectLst/>
                <a:latin typeface="Times New Roman" panose="02020603050405020304" pitchFamily="18" charset="0"/>
                <a:cs typeface="Times New Roman" panose="02020603050405020304" pitchFamily="18" charset="0"/>
              </a:rPr>
              <a:t>Rathinakrithika</a:t>
            </a:r>
            <a:r>
              <a:rPr lang="en-IN" sz="2100" b="0" i="0" dirty="0">
                <a:solidFill>
                  <a:srgbClr val="000000"/>
                </a:solidFill>
                <a:effectLst/>
                <a:latin typeface="Times New Roman" panose="02020603050405020304" pitchFamily="18" charset="0"/>
                <a:cs typeface="Times New Roman" panose="02020603050405020304" pitchFamily="18" charset="0"/>
              </a:rPr>
              <a:t> 5 </a:t>
            </a:r>
            <a:r>
              <a:rPr lang="en-IN" sz="2100" b="0" i="1" dirty="0">
                <a:solidFill>
                  <a:srgbClr val="000000"/>
                </a:solidFill>
                <a:effectLst/>
                <a:latin typeface="Times New Roman" panose="02020603050405020304" pitchFamily="18" charset="0"/>
                <a:cs typeface="Times New Roman" panose="02020603050405020304" pitchFamily="18" charset="0"/>
              </a:rPr>
              <a:t>1,2 AP/CSE, Knowledge Institute of Technology, Salem, </a:t>
            </a:r>
            <a:r>
              <a:rPr lang="en-IN" sz="2100" b="0" i="1" dirty="0" err="1">
                <a:solidFill>
                  <a:srgbClr val="000000"/>
                </a:solidFill>
                <a:effectLst/>
                <a:latin typeface="Times New Roman" panose="02020603050405020304" pitchFamily="18" charset="0"/>
                <a:cs typeface="Times New Roman" panose="02020603050405020304" pitchFamily="18" charset="0"/>
              </a:rPr>
              <a:t>Tamilnadu</a:t>
            </a:r>
            <a:r>
              <a:rPr lang="en-IN" sz="2100" b="0" i="1" dirty="0">
                <a:solidFill>
                  <a:srgbClr val="000000"/>
                </a:solidFill>
                <a:effectLst/>
                <a:latin typeface="Times New Roman" panose="02020603050405020304" pitchFamily="18" charset="0"/>
                <a:cs typeface="Times New Roman" panose="02020603050405020304" pitchFamily="18" charset="0"/>
              </a:rPr>
              <a:t> 3,4,5 IV CSE/ Knowledge Institute of Technology, Salem, </a:t>
            </a:r>
            <a:r>
              <a:rPr lang="en-IN" sz="2100" b="0" i="1" dirty="0" err="1">
                <a:solidFill>
                  <a:srgbClr val="000000"/>
                </a:solidFill>
                <a:effectLst/>
                <a:latin typeface="Times New Roman" panose="02020603050405020304" pitchFamily="18" charset="0"/>
                <a:cs typeface="Times New Roman" panose="02020603050405020304" pitchFamily="18" charset="0"/>
              </a:rPr>
              <a:t>Tamilnadu</a:t>
            </a:r>
            <a:endParaRPr lang="en-IN" sz="21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0DB854FF-6E25-4DC1-B5FA-2E0160D1AF8B}"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8</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9968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Queries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61052" y="1690688"/>
            <a:ext cx="10392747" cy="4364879"/>
          </a:xfrm>
        </p:spPr>
        <p:txBody>
          <a:bodyPr>
            <a:normAutofit/>
          </a:bodyPr>
          <a:lstStyle/>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5A5CE1A0-46E7-42D5-B023-AC9337AF67EE}" type="datetime1">
              <a:rPr lang="en-IN" smtClean="0">
                <a:latin typeface="Times New Roman" panose="02020603050405020304" pitchFamily="18" charset="0"/>
                <a:cs typeface="Times New Roman" panose="02020603050405020304" pitchFamily="18" charset="0"/>
              </a:rPr>
              <a:t>28-09-2024</a:t>
            </a:fld>
            <a:endParaRPr lang="en-IN">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24199D70-0349-434C-8FBE-DA358ACBE4C7}" type="slidenum">
              <a:rPr lang="en-IN" smtClean="0">
                <a:latin typeface="Times New Roman" panose="02020603050405020304" pitchFamily="18" charset="0"/>
                <a:cs typeface="Times New Roman" panose="02020603050405020304" pitchFamily="18" charset="0"/>
              </a:rPr>
              <a:t>9</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6847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37B18-8729-A7EA-7E5F-37582FAD3116}"/>
              </a:ext>
            </a:extLst>
          </p:cNvPr>
          <p:cNvSpPr>
            <a:spLocks noGrp="1"/>
          </p:cNvSpPr>
          <p:nvPr>
            <p:ph type="title"/>
          </p:nvPr>
        </p:nvSpPr>
        <p:spPr>
          <a:xfrm>
            <a:off x="511629" y="253158"/>
            <a:ext cx="10515600" cy="1325563"/>
          </a:xfrm>
        </p:spPr>
        <p:txBody>
          <a:bodyPr/>
          <a:lstStyle/>
          <a:p>
            <a:endParaRPr lang="en-IN" dirty="0"/>
          </a:p>
        </p:txBody>
      </p:sp>
      <p:sp>
        <p:nvSpPr>
          <p:cNvPr id="3" name="Date Placeholder 2">
            <a:extLst>
              <a:ext uri="{FF2B5EF4-FFF2-40B4-BE49-F238E27FC236}">
                <a16:creationId xmlns:a16="http://schemas.microsoft.com/office/drawing/2014/main" id="{8D12B0BF-3C4E-F3DF-89E5-3CAE44E72F0D}"/>
              </a:ext>
            </a:extLst>
          </p:cNvPr>
          <p:cNvSpPr>
            <a:spLocks noGrp="1"/>
          </p:cNvSpPr>
          <p:nvPr>
            <p:ph type="dt" sz="half" idx="10"/>
          </p:nvPr>
        </p:nvSpPr>
        <p:spPr>
          <a:xfrm>
            <a:off x="511629" y="6244383"/>
            <a:ext cx="2743200" cy="365125"/>
          </a:xfrm>
        </p:spPr>
        <p:txBody>
          <a:bodyPr/>
          <a:lstStyle/>
          <a:p>
            <a:fld id="{D12DC8B8-3979-4AD7-9A3B-80DDA5EF09DB}" type="datetime1">
              <a:rPr lang="en-IN" smtClean="0"/>
              <a:t>28-09-2024</a:t>
            </a:fld>
            <a:endParaRPr lang="en-IN"/>
          </a:p>
        </p:txBody>
      </p:sp>
      <p:sp>
        <p:nvSpPr>
          <p:cNvPr id="4" name="Slide Number Placeholder 3">
            <a:extLst>
              <a:ext uri="{FF2B5EF4-FFF2-40B4-BE49-F238E27FC236}">
                <a16:creationId xmlns:a16="http://schemas.microsoft.com/office/drawing/2014/main" id="{6E3A61E8-B95A-746A-675C-D4B3A86F5E03}"/>
              </a:ext>
            </a:extLst>
          </p:cNvPr>
          <p:cNvSpPr>
            <a:spLocks noGrp="1"/>
          </p:cNvSpPr>
          <p:nvPr>
            <p:ph type="sldNum" sz="quarter" idx="12"/>
          </p:nvPr>
        </p:nvSpPr>
        <p:spPr>
          <a:xfrm>
            <a:off x="8284029" y="6244383"/>
            <a:ext cx="2743200" cy="365125"/>
          </a:xfrm>
        </p:spPr>
        <p:txBody>
          <a:bodyPr/>
          <a:lstStyle/>
          <a:p>
            <a:fld id="{24199D70-0349-434C-8FBE-DA358ACBE4C7}" type="slidenum">
              <a:rPr lang="en-IN" smtClean="0"/>
              <a:t>10</a:t>
            </a:fld>
            <a:endParaRPr lang="en-IN"/>
          </a:p>
        </p:txBody>
      </p:sp>
      <p:sp>
        <p:nvSpPr>
          <p:cNvPr id="5" name="Content Placeholder 4">
            <a:extLst>
              <a:ext uri="{FF2B5EF4-FFF2-40B4-BE49-F238E27FC236}">
                <a16:creationId xmlns:a16="http://schemas.microsoft.com/office/drawing/2014/main" id="{E36A3324-063C-8EE0-3B2B-7CC400B3C766}"/>
              </a:ext>
            </a:extLst>
          </p:cNvPr>
          <p:cNvSpPr>
            <a:spLocks noGrp="1"/>
          </p:cNvSpPr>
          <p:nvPr>
            <p:ph idx="1"/>
          </p:nvPr>
        </p:nvSpPr>
        <p:spPr>
          <a:xfrm>
            <a:off x="511629" y="1713658"/>
            <a:ext cx="10515600" cy="4351338"/>
          </a:xfrm>
        </p:spPr>
        <p:txBody>
          <a:bodyPr/>
          <a:lstStyle/>
          <a:p>
            <a:r>
              <a:rPr lang="en-IN" dirty="0"/>
              <a:t>  </a:t>
            </a:r>
          </a:p>
        </p:txBody>
      </p:sp>
      <p:sp>
        <p:nvSpPr>
          <p:cNvPr id="6" name="TextBox 5">
            <a:extLst>
              <a:ext uri="{FF2B5EF4-FFF2-40B4-BE49-F238E27FC236}">
                <a16:creationId xmlns:a16="http://schemas.microsoft.com/office/drawing/2014/main" id="{CBE4582E-245D-7978-44AE-66025E8C0B7D}"/>
              </a:ext>
            </a:extLst>
          </p:cNvPr>
          <p:cNvSpPr txBox="1"/>
          <p:nvPr/>
        </p:nvSpPr>
        <p:spPr>
          <a:xfrm>
            <a:off x="5201817" y="3429000"/>
            <a:ext cx="3317032"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663720032"/>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55F51"/>
      </a:dk2>
      <a:lt2>
        <a:srgbClr val="E3DED1"/>
      </a:lt2>
      <a:accent1>
        <a:srgbClr val="B7DFA8"/>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341</Words>
  <Application>Microsoft Office PowerPoint</Application>
  <PresentationFormat>Widescreen</PresentationFormat>
  <Paragraphs>49</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Project Title</vt:lpstr>
      <vt:lpstr>Objective of the Project</vt:lpstr>
      <vt:lpstr>  Introduction</vt:lpstr>
      <vt:lpstr>Literature Review</vt:lpstr>
      <vt:lpstr>Proposed System</vt:lpstr>
      <vt:lpstr>Expected Output</vt:lpstr>
      <vt:lpstr>Comparison Chart</vt:lpstr>
      <vt:lpstr>References</vt:lpstr>
      <vt:lpstr>Queries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Dhinakaran Chandrasekaran</cp:lastModifiedBy>
  <cp:revision>12</cp:revision>
  <dcterms:created xsi:type="dcterms:W3CDTF">2024-03-23T06:12:44Z</dcterms:created>
  <dcterms:modified xsi:type="dcterms:W3CDTF">2024-09-28T10:00:24Z</dcterms:modified>
</cp:coreProperties>
</file>